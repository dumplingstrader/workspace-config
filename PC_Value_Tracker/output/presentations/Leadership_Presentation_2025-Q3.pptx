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Controls 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Q3 2025 (July-September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66"/>
                </a:solidFill>
              </a:defRPr>
            </a:pPr>
            <a:r>
              <a:t>Key Achievements</a:t>
            </a:r>
          </a:p>
          <a:p>
            <a:pPr>
              <a:spcBef>
                <a:spcPts val="600"/>
              </a:spcBef>
              <a:defRPr sz="1600"/>
            </a:pPr>
            <a:r>
              <a:t>  * Handled 44 technical support issues</a:t>
            </a:r>
          </a:p>
          <a:p>
            <a:pPr>
              <a:spcBef>
                <a:spcPts val="600"/>
              </a:spcBef>
              <a:defRPr sz="1600"/>
            </a:pPr>
            <a:r>
              <a:t>  * Resolved 61% of issues (Fixed + Informational)</a:t>
            </a:r>
          </a:p>
          <a:p>
            <a:pPr>
              <a:spcBef>
                <a:spcPts val="600"/>
              </a:spcBef>
              <a:defRPr sz="1600"/>
            </a:pPr>
            <a:r>
              <a:t>  * Supported 13 different system types</a:t>
            </a:r>
          </a:p>
          <a:p/>
          <a:p>
            <a:pPr>
              <a:spcBef>
                <a:spcPts val="1800"/>
              </a:spcBef>
              <a:defRPr sz="2000" b="1">
                <a:solidFill>
                  <a:srgbClr val="006666"/>
                </a:solidFill>
              </a:defRPr>
            </a:pPr>
            <a:r>
              <a:t>Trends &amp; Observations</a:t>
            </a:r>
          </a:p>
          <a:p>
            <a:pPr>
              <a:spcBef>
                <a:spcPts val="600"/>
              </a:spcBef>
              <a:defRPr sz="1600"/>
            </a:pPr>
            <a:r>
              <a:t>  * Applications stream: 70% of workload</a:t>
            </a:r>
          </a:p>
          <a:p>
            <a:pPr>
              <a:spcBef>
                <a:spcPts val="600"/>
              </a:spcBef>
              <a:defRPr sz="1600"/>
            </a:pPr>
            <a:r>
              <a:t>  * Top system: Alarm (41%)</a:t>
            </a:r>
          </a:p>
          <a:p>
            <a:pPr>
              <a:spcBef>
                <a:spcPts val="600"/>
              </a:spcBef>
              <a:defRPr sz="1600"/>
            </a:pPr>
            <a:r>
              <a:t>  * Compliance-related work: 39% of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Fixed/Resolved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2560320" cy="1371600"/>
          </a:xfrm>
          <a:prstGeom prst="round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200400"/>
            <a:ext cx="2560320" cy="1371600"/>
          </a:xfrm>
          <a:prstGeom prst="roundRect">
            <a:avLst/>
          </a:prstGeom>
          <a:solidFill>
            <a:srgbClr val="CD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Safety-Related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00400"/>
            <a:ext cx="2560320" cy="137160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High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Data period: Q3 2025 (July-September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224942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66944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18 (41%)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94560"/>
            <a:ext cx="87782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95344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 (16%)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DCS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493776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834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 (9%)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Historian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657600"/>
            <a:ext cx="384048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35661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 (7%)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Vibration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38912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297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 (5%)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PLC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12064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5029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 (5%)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85216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760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 (5%)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Experion/TPS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658368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6492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 (2%)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Applications: 31 (70%)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APO, ACM, DynAMo, Integrity, Historian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Day-to-Day: 13 (30%)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Routine support, troubleshooting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Highlights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Loss of comms after power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AB PLC/Experion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Escalated | Impact: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Provided guidance on Triconex system faults.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Informational | Impact: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Requested Carbon Black disable for Safety Manager processing...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Pending | Impact: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6666"/>
                </a:solidFill>
              </a:defRPr>
            </a:pPr>
            <a:r>
              <a:t>1. Resource Planning</a:t>
            </a:r>
          </a:p>
          <a:p>
            <a:pPr>
              <a:spcBef>
                <a:spcPts val="600"/>
              </a:spcBef>
              <a:defRPr sz="1600"/>
            </a:pPr>
            <a:r>
              <a:t>    With 44 issues this quarter, ensure adequate coverage for Applications (70%) and Alarm support.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2. Training Opportunities</a:t>
            </a:r>
          </a:p>
          <a:p>
            <a:pPr>
              <a:spcBef>
                <a:spcPts val="600"/>
              </a:spcBef>
              <a:defRPr sz="1600"/>
            </a:pPr>
            <a:r>
              <a:t>    Consider cross-training on Alarm given its 41% share of workload.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3. Process Improvements</a:t>
            </a:r>
          </a:p>
          <a:p>
            <a:pPr>
              <a:spcBef>
                <a:spcPts val="600"/>
              </a:spcBef>
              <a:defRPr sz="1600"/>
            </a:pPr>
            <a:r>
              <a:t>    Review 1 high-complexity items for potential process improvements or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Process Controls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