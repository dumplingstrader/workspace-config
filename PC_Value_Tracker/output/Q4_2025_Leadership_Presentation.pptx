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A8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Controls Technical 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Q4 2025 Summary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Tony Chiu | Process Controls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Handled 48 technical assistance requests across multiple control systems with increasing workload trend from 8 issues in October to 26 in December.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Notable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Workload increased 225% through the quarter, indicating growing reliance on Process Controls expertise. December saw highest volume with 26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Strategic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Maintained system reliability during high-demand period. Cross-functional support enabled operations to avoid production impacts and maintain uptime targets.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Q4 2025 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Total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Requests handled in Q4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Monthly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Issues per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Peak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December workload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+225%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Growth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Oct to Dec increase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Systems 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Different platforms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Quick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Issues &lt;1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Workload Trend - Q4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1C2833"/>
                </a:solidFill>
              </a:defRPr>
            </a:pPr>
            <a:r>
              <a:t>October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920240"/>
            <a:ext cx="1463040" cy="365759"/>
          </a:xfrm>
          <a:prstGeom prst="rect">
            <a:avLst/>
          </a:prstGeom>
          <a:solidFill>
            <a:srgbClr val="5EA8A7"/>
          </a:solidFill>
          <a:ln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E4447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1C2833"/>
                </a:solidFill>
              </a:defRPr>
            </a:pPr>
            <a:r>
              <a:t>November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3017520"/>
            <a:ext cx="2560320" cy="365759"/>
          </a:xfrm>
          <a:prstGeom prst="rect">
            <a:avLst/>
          </a:prstGeom>
          <a:solidFill>
            <a:srgbClr val="5EA8A7"/>
          </a:solidFill>
          <a:ln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926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E4447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1C2833"/>
                </a:solidFill>
              </a:defRPr>
            </a:pPr>
            <a:r>
              <a:t>December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4114800"/>
            <a:ext cx="4754880" cy="365759"/>
          </a:xfrm>
          <a:prstGeom prst="rect">
            <a:avLst/>
          </a:prstGeom>
          <a:solidFill>
            <a:srgbClr val="5EA8A7"/>
          </a:solidFill>
          <a:ln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0233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E4447"/>
                </a:solidFill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77884"/>
                </a:solidFill>
              </a:defRPr>
            </a:pPr>
            <a:r>
              <a:t>📈 Insight: 225% increase from October to December indicates growing demand for Process Controls expertise. January 2026 continued this trend with 45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Q4 2025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Peak Period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Successfully managed 225% workload increase through Q4 while maintaining response times and quality of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Zero production delays due to controls issues during high-demand 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Multi-System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Provided support across 9 different control system platforms including DCS, PLC, SIS, and Integrity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Enabled operations to leverage full automation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Rapid Response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Resolved 6 issues in under 1 hour, demonstrating quick troubleshooting and deep system knowledge.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Minimized downtime and maintained operational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Recommendations for 2026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Monitor workload trend continuing into 2026 (Jan already at 45 issues)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Consider additional Process Controls resource for peak demand periods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Document recurring issues and develop preventive maintenance plans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1480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Schedule system health reviews for high-activity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7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Tony Chiu | achiu@marathonpetroleum.com | Process Controls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