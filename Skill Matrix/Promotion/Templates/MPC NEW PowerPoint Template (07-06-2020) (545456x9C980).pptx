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4"/>
  </p:notesMasterIdLst>
  <p:handoutMasterIdLst>
    <p:handoutMasterId r:id="rId5"/>
  </p:handoutMasterIdLst>
  <p:sldIdLst>
    <p:sldId id="259" r:id="rId2"/>
    <p:sldId id="260" r:id="rId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8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82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3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634" y="0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CD0FC2C1-F611-401D-8C5B-1D6F30C3AE89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0621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634" y="8830621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5643583C-0F35-46E1-89E8-EFF373A2F15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7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r">
              <a:defRPr sz="1200"/>
            </a:lvl1pPr>
          </a:lstStyle>
          <a:p>
            <a:fld id="{28EF6E50-4EC2-485E-B31B-479566D013C0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8" rIns="93177" bIns="4658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8" rIns="93177" bIns="4658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7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r">
              <a:defRPr sz="1200"/>
            </a:lvl1pPr>
          </a:lstStyle>
          <a:p>
            <a:fld id="{76581CD3-594E-4BE0-AFC6-036CCE4C3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0"/>
          </p:nvPr>
        </p:nvSpPr>
        <p:spPr>
          <a:xfrm>
            <a:off x="381000" y="1219200"/>
            <a:ext cx="8458200" cy="4953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Line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8200" cy="457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1000" y="990600"/>
            <a:ext cx="8458200" cy="5181600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UB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1000" y="1219200"/>
            <a:ext cx="8448675" cy="4953000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ubtitle_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5283" y="2375535"/>
            <a:ext cx="8435975" cy="1114425"/>
          </a:xfrm>
        </p:spPr>
        <p:txBody>
          <a:bodyPr lIns="0" rIns="0" anchor="ctr"/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5283" y="3803332"/>
            <a:ext cx="8435975" cy="276999"/>
          </a:xfrm>
        </p:spPr>
        <p:txBody>
          <a:bodyPr wrap="square" lIns="0" rIns="0">
            <a:spAutoFit/>
          </a:bodyPr>
          <a:lstStyle>
            <a:lvl1pPr marL="0" indent="0" algn="ctr">
              <a:spcBef>
                <a:spcPct val="20000"/>
              </a:spcBef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6" name="Rectangle 25"/>
          <p:cNvSpPr/>
          <p:nvPr userDrawn="1"/>
        </p:nvSpPr>
        <p:spPr bwMode="auto">
          <a:xfrm>
            <a:off x="3400" y="971314"/>
            <a:ext cx="9140600" cy="45720"/>
          </a:xfrm>
          <a:prstGeom prst="rect">
            <a:avLst/>
          </a:prstGeom>
          <a:solidFill>
            <a:srgbClr val="005DAA"/>
          </a:solidFill>
          <a:ln w="9525" cap="flat" cmpd="sng" algn="ctr">
            <a:solidFill>
              <a:srgbClr val="005DA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6C3F68-EB9D-48C6-8D87-6B0CB54EF691}"/>
              </a:ext>
            </a:extLst>
          </p:cNvPr>
          <p:cNvSpPr/>
          <p:nvPr userDrawn="1"/>
        </p:nvSpPr>
        <p:spPr bwMode="auto">
          <a:xfrm>
            <a:off x="3400" y="6748137"/>
            <a:ext cx="9140600" cy="45720"/>
          </a:xfrm>
          <a:prstGeom prst="rect">
            <a:avLst/>
          </a:prstGeom>
          <a:solidFill>
            <a:srgbClr val="005DAA"/>
          </a:solidFill>
          <a:ln w="9525" cap="flat" cmpd="sng" algn="ctr">
            <a:solidFill>
              <a:srgbClr val="005DA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A81CA4E-C584-4FF5-AFC4-6114EE2FFE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39" y="315984"/>
            <a:ext cx="2755907" cy="4837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953000" y="663575"/>
            <a:ext cx="3868738" cy="1114425"/>
          </a:xfrm>
        </p:spPr>
        <p:txBody>
          <a:bodyPr lIns="0" rIns="0" anchor="ctr"/>
          <a:lstStyle>
            <a:lvl1pPr algn="r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53000" y="1979612"/>
            <a:ext cx="3868738" cy="276999"/>
          </a:xfrm>
        </p:spPr>
        <p:txBody>
          <a:bodyPr wrap="square" lIns="0" rIns="0">
            <a:spAutoFit/>
          </a:bodyPr>
          <a:lstStyle>
            <a:lvl1pPr marL="0" indent="0" algn="r">
              <a:spcBef>
                <a:spcPct val="20000"/>
              </a:spcBef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75" name="AutoShape 3"/>
          <p:cNvSpPr>
            <a:spLocks noChangeAspect="1" noChangeArrowheads="1" noTextEdit="1"/>
          </p:cNvSpPr>
          <p:nvPr/>
        </p:nvSpPr>
        <p:spPr bwMode="auto">
          <a:xfrm>
            <a:off x="0" y="4762500"/>
            <a:ext cx="9153525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7" name="Freeform 5"/>
          <p:cNvSpPr>
            <a:spLocks/>
          </p:cNvSpPr>
          <p:nvPr/>
        </p:nvSpPr>
        <p:spPr bwMode="auto">
          <a:xfrm>
            <a:off x="0" y="4778375"/>
            <a:ext cx="9153525" cy="8477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70" y="0"/>
              </a:cxn>
              <a:cxn ang="0">
                <a:pos x="1570" y="534"/>
              </a:cxn>
              <a:cxn ang="0">
                <a:pos x="0" y="534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1570" h="534">
                <a:moveTo>
                  <a:pt x="0" y="0"/>
                </a:moveTo>
                <a:lnTo>
                  <a:pt x="1570" y="0"/>
                </a:lnTo>
                <a:lnTo>
                  <a:pt x="1570" y="534"/>
                </a:lnTo>
                <a:lnTo>
                  <a:pt x="0" y="53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DA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6" name="Freeform 14"/>
          <p:cNvSpPr>
            <a:spLocks/>
          </p:cNvSpPr>
          <p:nvPr/>
        </p:nvSpPr>
        <p:spPr bwMode="auto">
          <a:xfrm>
            <a:off x="0" y="5729288"/>
            <a:ext cx="9153525" cy="188913"/>
          </a:xfrm>
          <a:custGeom>
            <a:avLst/>
            <a:gdLst/>
            <a:ahLst/>
            <a:cxnLst>
              <a:cxn ang="0">
                <a:pos x="2" y="0"/>
              </a:cxn>
              <a:cxn ang="0">
                <a:pos x="5766" y="0"/>
              </a:cxn>
              <a:cxn ang="0">
                <a:pos x="5766" y="119"/>
              </a:cxn>
              <a:cxn ang="0">
                <a:pos x="0" y="119"/>
              </a:cxn>
              <a:cxn ang="0">
                <a:pos x="2" y="0"/>
              </a:cxn>
              <a:cxn ang="0">
                <a:pos x="2" y="0"/>
              </a:cxn>
            </a:cxnLst>
            <a:rect l="0" t="0" r="r" b="b"/>
            <a:pathLst>
              <a:path w="5766" h="119">
                <a:moveTo>
                  <a:pt x="2" y="0"/>
                </a:moveTo>
                <a:lnTo>
                  <a:pt x="5766" y="0"/>
                </a:lnTo>
                <a:lnTo>
                  <a:pt x="5766" y="119"/>
                </a:lnTo>
                <a:lnTo>
                  <a:pt x="0" y="119"/>
                </a:lnTo>
                <a:lnTo>
                  <a:pt x="2" y="0"/>
                </a:lnTo>
                <a:lnTo>
                  <a:pt x="2" y="0"/>
                </a:lnTo>
                <a:close/>
              </a:path>
            </a:pathLst>
          </a:custGeom>
          <a:solidFill>
            <a:srgbClr val="ED174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81000" y="381000"/>
            <a:ext cx="4191000" cy="4114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173537" cy="5181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1061" y="990600"/>
            <a:ext cx="4189413" cy="5181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173537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1061" y="1219200"/>
            <a:ext cx="4189413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Content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173537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228600"/>
            <a:ext cx="8458201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19200"/>
            <a:ext cx="4097337" cy="438150"/>
          </a:xfrm>
          <a:solidFill>
            <a:schemeClr val="tx2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>
            <a:lvl1pPr marL="0" indent="0" algn="ctr">
              <a:buNone/>
              <a:def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rtl="0" eaLnBrk="1" fontAlgn="base" hangingPunct="1">
              <a:spcBef>
                <a:spcPts val="24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752600"/>
            <a:ext cx="4098925" cy="4419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3137" y="1219200"/>
            <a:ext cx="4097338" cy="438150"/>
          </a:xfrm>
          <a:solidFill>
            <a:schemeClr val="tx2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anchor="ctr" anchorCtr="1"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962" y="1752600"/>
            <a:ext cx="4100513" cy="4419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_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KICKER_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6009640"/>
            <a:ext cx="8458200" cy="228600"/>
          </a:xfrm>
        </p:spPr>
        <p:txBody>
          <a:bodyPr>
            <a:normAutofit/>
          </a:bodyPr>
          <a:lstStyle>
            <a:lvl1pPr marL="403225" indent="-403225">
              <a:spcBef>
                <a:spcPts val="0"/>
              </a:spcBef>
              <a:buNone/>
              <a:tabLst>
                <a:tab pos="403225" algn="l"/>
              </a:tabLst>
              <a:defRPr sz="800" i="1" baseline="0"/>
            </a:lvl1pPr>
          </a:lstStyle>
          <a:p>
            <a:pPr lvl="0"/>
            <a:r>
              <a:rPr lang="en-US" dirty="0"/>
              <a:t>Source: 	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5628640"/>
            <a:ext cx="8458200" cy="381000"/>
          </a:xfrm>
        </p:spPr>
        <p:txBody>
          <a:bodyPr/>
          <a:lstStyle>
            <a:lvl1pPr algn="ctr">
              <a:spcBef>
                <a:spcPts val="0"/>
              </a:spcBef>
              <a:buNone/>
              <a:defRPr b="0" i="1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Kicker Text Box — for emphasis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381000" y="1219200"/>
            <a:ext cx="8458200" cy="4279392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SOURC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0999" y="1219200"/>
            <a:ext cx="8458200" cy="4663440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6009640"/>
            <a:ext cx="8458200" cy="228600"/>
          </a:xfrm>
        </p:spPr>
        <p:txBody>
          <a:bodyPr>
            <a:normAutofit/>
          </a:bodyPr>
          <a:lstStyle>
            <a:lvl1pPr marL="403225" indent="-403225">
              <a:spcBef>
                <a:spcPts val="0"/>
              </a:spcBef>
              <a:buNone/>
              <a:tabLst>
                <a:tab pos="403225" algn="l"/>
              </a:tabLst>
              <a:defRPr sz="800" i="1" baseline="0"/>
            </a:lvl1pPr>
          </a:lstStyle>
          <a:p>
            <a:pPr lvl="0"/>
            <a:r>
              <a:rPr lang="en-US" dirty="0"/>
              <a:t>Source: 	</a:t>
            </a:r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rward Look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6"/>
          <p:cNvSpPr>
            <a:spLocks noGrp="1"/>
          </p:cNvSpPr>
          <p:nvPr>
            <p:ph sz="quarter" idx="10"/>
          </p:nvPr>
        </p:nvSpPr>
        <p:spPr>
          <a:xfrm>
            <a:off x="381000" y="990600"/>
            <a:ext cx="8382000" cy="3581400"/>
          </a:xfrm>
        </p:spPr>
        <p:txBody>
          <a:bodyPr>
            <a:normAutofit/>
          </a:bodyPr>
          <a:lstStyle>
            <a:lvl1pPr marL="0" indent="0" algn="just">
              <a:lnSpc>
                <a:spcPct val="125000"/>
              </a:lnSpc>
              <a:buFontTx/>
              <a:buNone/>
              <a:defRPr sz="11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1"/>
          </p:nvPr>
        </p:nvSpPr>
        <p:spPr>
          <a:xfrm>
            <a:off x="381000" y="4648200"/>
            <a:ext cx="8382000" cy="1572768"/>
          </a:xfrm>
        </p:spPr>
        <p:txBody>
          <a:bodyPr>
            <a:normAutofit/>
          </a:bodyPr>
          <a:lstStyle>
            <a:lvl1pPr marL="0" indent="0" algn="just">
              <a:lnSpc>
                <a:spcPct val="125000"/>
              </a:lnSpc>
              <a:buFontTx/>
              <a:buNone/>
              <a:defRPr sz="1000" i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7"/>
          <p:cNvSpPr>
            <a:spLocks/>
          </p:cNvSpPr>
          <p:nvPr/>
        </p:nvSpPr>
        <p:spPr bwMode="auto">
          <a:xfrm>
            <a:off x="1012978" y="6794524"/>
            <a:ext cx="7917958" cy="4571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044" y="0"/>
              </a:cxn>
              <a:cxn ang="0">
                <a:pos x="6044" y="140"/>
              </a:cxn>
              <a:cxn ang="0">
                <a:pos x="0" y="14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6044" h="140">
                <a:moveTo>
                  <a:pt x="0" y="0"/>
                </a:moveTo>
                <a:lnTo>
                  <a:pt x="6044" y="0"/>
                </a:lnTo>
                <a:lnTo>
                  <a:pt x="6044" y="140"/>
                </a:lnTo>
                <a:lnTo>
                  <a:pt x="0" y="1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DA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458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34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19200"/>
            <a:ext cx="8458200" cy="495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EE64C3FB-D70A-4E15-94D2-5477D77E522B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454140"/>
            <a:ext cx="447797" cy="3396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96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9" r:id="rId14"/>
    <p:sldLayoutId id="2147483700" r:id="rId15"/>
    <p:sldLayoutId id="2147483701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1" baseline="0" dirty="0" smtClean="0">
          <a:solidFill>
            <a:schemeClr val="tx2"/>
          </a:solidFill>
          <a:effectLst/>
          <a:latin typeface="Tw Cen MT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ts val="18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lang="en-US" sz="20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71500" indent="-182563" algn="l" rtl="0" eaLnBrk="1" fontAlgn="base" hangingPunct="1">
        <a:spcBef>
          <a:spcPts val="1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lang="en-US" sz="18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857250" indent="-168275" algn="l" rtl="0" eaLnBrk="1" fontAlgn="base" hangingPunct="1">
        <a:spcBef>
          <a:spcPts val="3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lang="en-US" sz="1600" b="0" baseline="0" smtClean="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143000" indent="-114300" algn="l" rtl="0" eaLnBrk="1" fontAlgn="base" hangingPunct="1">
        <a:spcBef>
          <a:spcPts val="100"/>
        </a:spcBef>
        <a:spcAft>
          <a:spcPct val="0"/>
        </a:spcAft>
        <a:buClr>
          <a:schemeClr val="tx2"/>
        </a:buClr>
        <a:buSzPct val="80000"/>
        <a:buFont typeface="Arial" pitchFamily="34" charset="0"/>
        <a:buChar char="•"/>
        <a:defRPr lang="en-US" sz="16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314450" indent="-120650" algn="l" rtl="0" eaLnBrk="1" fontAlgn="base" hangingPunct="1">
        <a:spcBef>
          <a:spcPts val="0"/>
        </a:spcBef>
        <a:spcAft>
          <a:spcPct val="0"/>
        </a:spcAft>
        <a:buClr>
          <a:schemeClr val="tx2"/>
        </a:buClr>
        <a:buSzPct val="85000"/>
        <a:buFont typeface="Arial" pitchFamily="34" charset="0"/>
        <a:buChar char="–"/>
        <a:defRPr lang="en-US" sz="1400" b="0" dirty="0" smtClean="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2780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6pPr>
      <a:lvl7pPr marL="27352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7pPr>
      <a:lvl8pPr marL="31924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8pPr>
      <a:lvl9pPr marL="36496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2037F141-7DA2-4F62-9D59-1E81F0ADC59F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355283" y="2591289"/>
            <a:ext cx="843597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endParaRPr lang="en-US" sz="3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0D6BA-657E-4605-A24F-AFC1850FE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 MPCorporation Template">
  <a:themeElements>
    <a:clrScheme name="MOC_Colors_2010A">
      <a:dk1>
        <a:srgbClr val="000000"/>
      </a:dk1>
      <a:lt1>
        <a:srgbClr val="FFFFFF"/>
      </a:lt1>
      <a:dk2>
        <a:srgbClr val="0060AE"/>
      </a:dk2>
      <a:lt2>
        <a:srgbClr val="FFCC00"/>
      </a:lt2>
      <a:accent1>
        <a:srgbClr val="ED174F"/>
      </a:accent1>
      <a:accent2>
        <a:srgbClr val="FFFF66"/>
      </a:accent2>
      <a:accent3>
        <a:srgbClr val="9933FF"/>
      </a:accent3>
      <a:accent4>
        <a:srgbClr val="33CC33"/>
      </a:accent4>
      <a:accent5>
        <a:srgbClr val="6699FF"/>
      </a:accent5>
      <a:accent6>
        <a:srgbClr val="FF9933"/>
      </a:accent6>
      <a:hlink>
        <a:srgbClr val="00307F"/>
      </a:hlink>
      <a:folHlink>
        <a:srgbClr val="4C90FF"/>
      </a:folHlink>
    </a:clrScheme>
    <a:fontScheme name="MOC_Fonts_2010A">
      <a:majorFont>
        <a:latin typeface="Tw Cen MT"/>
        <a:ea typeface=""/>
        <a:cs typeface=""/>
      </a:majorFont>
      <a:minorFont>
        <a:latin typeface="Calibri"/>
        <a:ea typeface="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rtlCol="0" anchor="ctr" anchorCtr="0" compatLnSpc="1">
        <a:prstTxWarp prst="textNoShape">
          <a:avLst/>
        </a:prstTxWarp>
      </a:bodyPr>
      <a:lstStyle>
        <a:defPPr algn="ctr">
          <a:defRPr sz="1600"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Board MPCorporation Template</Template>
  <TotalTime>107</TotalTime>
  <Words>4</Words>
  <Application>Microsoft Office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Tw Cen MT</vt:lpstr>
      <vt:lpstr>Wingdings</vt:lpstr>
      <vt:lpstr>Board MPCorporation Template</vt:lpstr>
      <vt:lpstr>PowerPoint Presentation</vt:lpstr>
      <vt:lpstr>Title of Slide</vt:lpstr>
    </vt:vector>
  </TitlesOfParts>
  <Company>Marathon Oil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 Gauss</dc:creator>
  <cp:lastModifiedBy>Hanson, Joseph E.</cp:lastModifiedBy>
  <cp:revision>27</cp:revision>
  <cp:lastPrinted>2020-06-29T14:28:52Z</cp:lastPrinted>
  <dcterms:created xsi:type="dcterms:W3CDTF">2013-04-02T20:06:37Z</dcterms:created>
  <dcterms:modified xsi:type="dcterms:W3CDTF">2021-04-28T12:41:07Z</dcterms:modified>
</cp:coreProperties>
</file>